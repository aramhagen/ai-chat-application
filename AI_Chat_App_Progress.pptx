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5" r:id="rId16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737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AI Chat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880360"/>
            <a:ext cx="2286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38BDF8"/>
                </a:solidFill>
              </a:rPr>
              <a:t>Full-Stack Project — Week 8 Progress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Angular  ·  Node.js  ·  MongoDB  ·  Groq AI SDK  ·  JWT 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8BDF8"/>
                </a:solidFill>
              </a:rPr>
              <a:t>What are we building?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🎯 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BD5E1"/>
                </a:solidFill>
              </a:rPr>
              <a:t>Build a full-stack AI-powered chat app — similar to ChatGPT — where: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CBD5E1"/>
                </a:solidFill>
              </a:rPr>
              <a:t>  →  Users sign up and sign in securely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CBD5E1"/>
                </a:solidFill>
              </a:rPr>
              <a:t>  →  Each user has their own chat history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CBD5E1"/>
                </a:solidFill>
              </a:rPr>
              <a:t>  →  Messages are sent to an AI and responses are saved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CBD5E1"/>
                </a:solidFill>
              </a:rPr>
              <a:t>  →  Users can give thumbs up / down feedback on AI responses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CBD5E1"/>
                </a:solidFill>
              </a:rPr>
              <a:t>  →  Chats can be deleted from the sidebar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🛠  Tech 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65960"/>
            <a:ext cx="5394960" cy="54864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0116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Angular + TypeScript + Tailwind CSS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624328"/>
            <a:ext cx="5394960" cy="54864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670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670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Node.js + Express.js + TypeScript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82696"/>
            <a:ext cx="5394960" cy="54864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28415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328415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MongoDB + Mongoose ODM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941063"/>
            <a:ext cx="5394960" cy="54864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986783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986783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JWT + bcrypt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599431"/>
            <a:ext cx="5394960" cy="54864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64515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64515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Groq SDK — LLaMA 3.3 70B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257799"/>
            <a:ext cx="5394960" cy="54864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3035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30351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Railway (planned)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✅  What's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4D399"/>
                </a:solidFill>
              </a:rPr>
              <a:t>Week 8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✓  Angular Frontend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Auth pages, chat layout, sidebar, message input, feedback buttons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53949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109728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✓  Express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83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Node.js + Express.js fully configured with 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53949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09728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805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✓  MongoDB 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Mongoose connected, all 3 data models created (User, Chat, Message)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53949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109728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✓  All API Routes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7451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8 endpoints built and tested in Postman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880360"/>
            <a:ext cx="53949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880360"/>
            <a:ext cx="109728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971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✓  Groq AI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383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LLaMA 3.3 70B integrated — real AI responses saving to MongoDB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389120"/>
            <a:ext cx="53949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389120"/>
            <a:ext cx="109728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4805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✓  JWT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892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Signup/signin with bcrypt + JWT middleware protecting all routes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API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8BDF8"/>
                </a:solidFill>
              </a:rPr>
              <a:t>All endpoints tested in Postman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914400" cy="5303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173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/api/auth/signup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Register a new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1274552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914400" cy="5303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0116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/api/auth/signin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011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Authenticate and return JWT 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11274552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14600"/>
            <a:ext cx="914400" cy="5303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06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6060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/api/chats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606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Get all chats for logged-in user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0" y="2624328"/>
            <a:ext cx="822960" cy="310896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8208" y="2633472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🔒 JWT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08960"/>
            <a:ext cx="11274552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108960"/>
            <a:ext cx="914400" cy="5303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00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2004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/api/chats/:id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200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Delete a chat session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3218688"/>
            <a:ext cx="822960" cy="310896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8208" y="3227832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🔒 JWT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03320"/>
            <a:ext cx="11274552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914400" cy="5303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79475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79475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/api/chats/messages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7947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Send first message — auto-creates chat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89920" y="3813048"/>
            <a:ext cx="822960" cy="310896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08208" y="3822191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🔒 JWT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97680"/>
            <a:ext cx="11274552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297680"/>
            <a:ext cx="914400" cy="5303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389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43891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/api/chats/:chatId/messages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4389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Get all messages in a chat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89920" y="4407408"/>
            <a:ext cx="822960" cy="310896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08208" y="4416552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🔒 JWT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892040"/>
            <a:ext cx="11274552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892040"/>
            <a:ext cx="914400" cy="5303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9834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" y="49834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/api/chats/:chatId/messages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4983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Send message to existing chat + AI response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789920" y="5001768"/>
            <a:ext cx="822960" cy="310896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08208" y="5010912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🔒 JWT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486400"/>
            <a:ext cx="11274552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5486400"/>
            <a:ext cx="914400" cy="5303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5778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POST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8760" y="55778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/api/messages/:messageId/feedback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0" y="5577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Submit thumbs up/down feedback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89920" y="5596128"/>
            <a:ext cx="822960" cy="310896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08208" y="5605272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🔒 JWT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8BDF8"/>
                </a:solidFill>
              </a:rPr>
              <a:t>How the pieces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194560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Angular
TypeScript
Tailwind CSS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1945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JWT Middleware
bcrypt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926080"/>
            <a:ext cx="21945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063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429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8 API Endpoints
Express.js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286000"/>
            <a:ext cx="219456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889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Node.js
Express.js
TypeScript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468880" cy="1097280"/>
          </a:xfrm>
          <a:prstGeom prst="rect">
            <a:avLst/>
          </a:prstGeom>
          <a:solidFill>
            <a:srgbClr val="16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GROQ AI 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87451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LLaMA 3.3 70B
AI Responses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926080"/>
            <a:ext cx="2468880" cy="109728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429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Mongoose ODM
User/Chat/Message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3200400"/>
            <a:ext cx="73152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0" y="3200400"/>
            <a:ext cx="64008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503920" y="1920240"/>
            <a:ext cx="548640" cy="9144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03920" y="3474720"/>
            <a:ext cx="54864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HTTP + JWT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REST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SDK Call / DB Query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What's Next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4D399"/>
                </a:solidFill>
              </a:rPr>
              <a:t>Remaining work before June 5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🔄  Still In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BD5E1"/>
                </a:solidFill>
              </a:rPr>
              <a:t>→  Connect Angular frontend to backend APIs</a:t>
            </a:r>
          </a:p>
          <a:p>
            <a:r>
              <a:rPr sz="1300">
                <a:solidFill>
                  <a:srgbClr val="CBD5E1"/>
                </a:solidFill>
              </a:rPr>
              <a:t>→  HTTP interceptor to attach JWT to every request</a:t>
            </a:r>
          </a:p>
          <a:p>
            <a:r>
              <a:rPr sz="1300">
                <a:solidFill>
                  <a:srgbClr val="CBD5E1"/>
                </a:solidFill>
              </a:rPr>
              <a:t>→  End-to-end testing of full user flow</a:t>
            </a:r>
          </a:p>
          <a:p>
            <a:r>
              <a:rPr sz="1300">
                <a:solidFill>
                  <a:srgbClr val="CBD5E1"/>
                </a:solidFill>
              </a:rPr>
              <a:t>→  Deploy to Railway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137160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Week 1
May 14–20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1371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✅ Proposal submitted
✅ Angular UI completed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463040"/>
            <a:ext cx="2286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280160"/>
            <a:ext cx="137160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Week 2
May 21–27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737360"/>
            <a:ext cx="1371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82880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✅ Full backend built
✅ All APIs tested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1463040"/>
            <a:ext cx="2286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1280160"/>
            <a:ext cx="13716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Week 3
May 28–Jun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737360"/>
            <a:ext cx="1371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82880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🔄 Connect frontend
🔄 Deploy to Railway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81360" y="1463040"/>
            <a:ext cx="2286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09960" y="1280160"/>
            <a:ext cx="13716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0996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Jun 5
Presentation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09960" y="1737360"/>
            <a:ext cx="1371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182880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🎯 Final demo
🎯 Submit project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49039"/>
            <a:ext cx="11274552" cy="1097280"/>
          </a:xfrm>
          <a:prstGeom prst="rect">
            <a:avLst/>
          </a:prstGeom>
          <a:solidFill>
            <a:srgbClr val="0C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86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8BDF8"/>
                </a:solidFill>
              </a:rPr>
              <a:t>"The backend is 100% done and tested. The focus now is wiring the frontend to the APIs and deploying."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280160"/>
            <a:ext cx="137160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</a:rPr>
              <a:t>Week 1
May 14-20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737360"/>
            <a:ext cx="1371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182880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Proposal submitted
Angular UI done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1463040"/>
            <a:ext cx="164592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45552" y="1280160"/>
            <a:ext cx="137160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</a:rPr>
              <a:t>Week 2
May 21-27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45552" y="1737360"/>
            <a:ext cx="1371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91272" y="182880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Full backend built
All APIs tested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1463040"/>
            <a:ext cx="164592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81744" y="1280160"/>
            <a:ext cx="13716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1744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</a:rPr>
              <a:t>Week 3
May 28-Jun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81744" y="1737360"/>
            <a:ext cx="1371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27464" y="182880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Connect frontend
Deploy to Railway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53344" y="1463040"/>
            <a:ext cx="164592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17936" y="1280160"/>
            <a:ext cx="13716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17936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</a:rPr>
              <a:t>Jun 5
Presentation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17936" y="1737360"/>
            <a:ext cx="1371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63656" y="182880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Final demo
Submit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Data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8BDF8"/>
                </a:solidFill>
              </a:rPr>
              <a:t>MongoDB collections with Mongoose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  _id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name: String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email: String (unique)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passwordHash: String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createdAt: 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280160"/>
            <a:ext cx="3657600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  _id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userId → ref: User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title: String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createdAt: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1828800"/>
            <a:ext cx="365760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75904" y="1280160"/>
            <a:ext cx="3657600" cy="548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  _id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chatId → ref: Chat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role: user | assistant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content: String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feedback: positive | negative | null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</a:rPr>
              <a:t>  createdAt: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75904" y="1828800"/>
            <a:ext cx="365760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920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5786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name: 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36976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email: String (unique)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9534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passwordHash: 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5371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createdAt: 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1920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25786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userId → ref: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3236976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title: String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389534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createdAt: 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1920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25786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chatId → ref: 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3236976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role: user |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389534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content: String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455371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feedback: positive | negative | null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5212079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  createdAt: 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8531352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73736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18304" y="283464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01752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38BDF8"/>
                </a:solidFill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</a:rPr>
              <a:t>GitHub Repo  ·  Postman Tests  ·  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9768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Angular  ·  Node.js  ·  MongoDB  ·  Groq AI  ·  JWT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an SDK?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8BDF8"/>
                </a:solidFill>
              </a:rPr>
              <a:t>Software Development Kit — and how we use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📦 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An SDK (Software Development Kit) is a pre-built package of tools, functions, and code provided by a service that lets developers integrate that service into their app — without needing to write low-level HTTP requests manually.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3749039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2432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❌  Without SDK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3749039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Write raw HTTP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Handle auth headers manually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7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Parse JSON responses yourself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1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Manage errors manually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9495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More boilerplate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2606040"/>
            <a:ext cx="3749039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7" y="262432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✅  With SDK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3063240"/>
            <a:ext cx="3749039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7" y="32004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Install npm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374903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Call a simple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7" y="429767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Get typed responses 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7" y="484631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Errors handled automatically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7" y="539495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Clean, readable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6175" y="2606040"/>
            <a:ext cx="3749039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5" y="262432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🚀  Our Project (Groq SDK)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5" y="3063240"/>
            <a:ext cx="3749039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32004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npm install groq-sdk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374903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new Groq({ apiKey })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5" y="429767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groq.chat.completions.create()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484631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Pass messages array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5" y="539495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→ Get AI response instantly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309360"/>
            <a:ext cx="11274552" cy="411480"/>
          </a:xfrm>
          <a:prstGeom prst="rect">
            <a:avLst/>
          </a:prstGeom>
          <a:solidFill>
            <a:srgbClr val="0C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336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const completion = await groq.chat.completions.create({ model: 'llama-3.3-70b-versatile', messages: [...] 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TypeScript — Client &amp;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BBF24"/>
                </a:solidFill>
              </a:rPr>
              <a:t>Used in both Angular (frontend) and Node.js/Express (backend)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</a:rPr>
              <a:t>Frontend (Angular)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34440"/>
            <a:ext cx="27432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984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</a:rPr>
              <a:t>Backend (Node.js)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34440"/>
            <a:ext cx="5788152" cy="59436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</a:rPr>
              <a:t>One language, one type system, shared mindset across the entire stack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548640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933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✅  Advantages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54864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91440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8775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Catch errors at compile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62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TypeScript flags type errors before you run the code — saving debugging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28415"/>
            <a:ext cx="54864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328415"/>
            <a:ext cx="91440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35584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Better autocomplete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630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Your editor knows the shape of every object, so it suggests properties and methods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96511"/>
            <a:ext cx="54864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96511"/>
            <a:ext cx="91440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1239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Self-documenting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982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Type definitions make code easier to read and understand for teammates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64607"/>
            <a:ext cx="54864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64607"/>
            <a:ext cx="91440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892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Safer refactoring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1663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Rename a property and TypeScript tells you every place that breaks immediately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32703"/>
            <a:ext cx="54864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632703"/>
            <a:ext cx="91440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6601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Shared types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934455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Define a type once (e.g. IUser) and reuse it across frontend and backend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965960"/>
            <a:ext cx="5330952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199339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⚠️  Disadvantages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560320"/>
            <a:ext cx="5330952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2560320"/>
            <a:ext cx="91440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258775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Extra setup required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2862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Needs tsconfig.json, compiling step, and type definitions for every library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328415"/>
            <a:ext cx="5330952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328415"/>
            <a:ext cx="91440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33558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Steeper learning curve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1968" y="3630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Developers new to types need time to learn interfaces, generics, and enums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096511"/>
            <a:ext cx="5330952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096511"/>
            <a:ext cx="91440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41239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More verbose code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968" y="43982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You write more code upfront — type annotations, interfaces, return types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864607"/>
            <a:ext cx="5330952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0" y="4864607"/>
            <a:ext cx="91440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01968" y="4892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Compilation step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1968" y="51663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TypeScript must be compiled to JavaScript before running — adds build time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5632703"/>
            <a:ext cx="5330952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0" y="5632703"/>
            <a:ext cx="91440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1968" y="56601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Type errors can frustrate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593445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Strict mode can feel overly strict, especially for beginners or quick prototypes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